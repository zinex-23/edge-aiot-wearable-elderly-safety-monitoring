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Tiến Độ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16/05/2026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5 mảng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0817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7335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90 lần huấn luyện. Model V84 được chọn: Accuracy 93.10%, Recall 98.51%, F1 93.45%.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0" y="1508760"/>
            <a:ext cx="1188720" cy="237744"/>
          </a:xfrm>
          <a:prstGeom prst="rect">
            <a:avLst/>
          </a:prstGeom>
          <a:solidFill>
            <a:srgbClr val="1A3A2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5087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3969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/ Phần cứng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40487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hoàn chỉnh, đã gửi đi in. Dự kiến nhận hàng thứ Hai 26/05.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2240280"/>
            <a:ext cx="1188720" cy="237744"/>
          </a:xfrm>
          <a:prstGeom prst="rect">
            <a:avLst/>
          </a:prstGeom>
          <a:solidFill>
            <a:srgbClr val="2D1F0F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24028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13639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phát triển ổn định. Tiến hành test kỹ để phát hiện và fix thêm bugs.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971800"/>
            <a:ext cx="1188720" cy="237744"/>
          </a:xfrm>
          <a:prstGeom prst="rect">
            <a:avLst/>
          </a:prstGeom>
          <a:solidFill>
            <a:srgbClr val="0F1F35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9718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520440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0273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86791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xây dựng kiến trúc. Mục tiêu: đồng bộ lịch sử user + timestamp-ordered sync từ thiết bị biên. Dự kiến xong 25/05.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3703320"/>
            <a:ext cx="1188720" cy="237744"/>
          </a:xfrm>
          <a:prstGeom prst="rect">
            <a:avLst/>
          </a:prstGeom>
          <a:solidFill>
            <a:srgbClr val="1A2A0F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7033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251960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342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59943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cơ bản hoàn thành. Đang bổ sung edge case đặc biệt.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4434840"/>
            <a:ext cx="1188720" cy="237744"/>
          </a:xfrm>
          <a:prstGeom prst="rect">
            <a:avLst/>
          </a:prstGeom>
          <a:solidFill>
            <a:srgbClr val="1A2A0F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44348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· V1–V90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7 model tiêu biểu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344" y="1261872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261872"/>
            <a:ext cx="585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26464" y="1261872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61104" y="1261872"/>
            <a:ext cx="630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46904" y="1261872"/>
            <a:ext cx="630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32704" y="1261872"/>
            <a:ext cx="630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18504" y="1261872"/>
            <a:ext cx="630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04304" y="1261872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35824" y="1261872"/>
            <a:ext cx="585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536192"/>
            <a:ext cx="8321040" cy="411480"/>
          </a:xfrm>
          <a:prstGeom prst="rect">
            <a:avLst/>
          </a:prstGeom>
          <a:solidFill>
            <a:srgbClr val="111D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536192"/>
            <a:ext cx="36576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160934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160934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26464" y="160934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[32,64,64,96]/K3/D32 + aug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61104" y="16093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46904" y="16093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32704" y="16093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8504" y="16093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04304" y="160934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35824" y="160934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 KB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1947672"/>
            <a:ext cx="832104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202082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" y="202082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26464" y="202082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[32,64,64,96]/K3/D32 + L2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61104" y="20208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46904" y="20208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97.39%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32704" y="20208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93.38%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8504" y="20208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04304" y="202082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2.61%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35824" y="202082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 KB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2359152"/>
            <a:ext cx="83210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" y="243230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86384" y="243230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26464" y="243230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[32,64,64,96]/K3/D32 + batch=32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1104" y="243230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92.91%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46904" y="243230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96.64%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32704" y="243230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93.17%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18504" y="243230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10.82%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04304" y="243230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3.36%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35824" y="243230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 KB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2770632"/>
            <a:ext cx="832104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" y="284378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86384" y="284378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426464" y="284378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[32,64,64,96]/K3/D16 + CW=1.2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61104" y="284378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92.16%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46904" y="284378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98.51%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32704" y="284378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92.63%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18504" y="284378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14.18%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04304" y="284378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735824" y="284378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 KB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11480" y="3182112"/>
            <a:ext cx="83210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" y="325526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86384" y="325526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426464" y="32552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[32,48,64,96]/K5/D20 + batch=32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61104" y="325526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92.16%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46904" y="325526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92.54%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632704" y="325526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92.19%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318504" y="325526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004304" y="325526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7.46%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35824" y="325526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 KB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11480" y="3593592"/>
            <a:ext cx="832104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" y="366674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86384" y="366674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426464" y="366674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[16,32,48,64]/K5/D16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261104" y="36667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92.35%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946904" y="36667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94.78%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632704" y="36667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92.53%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18504" y="366674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10.07%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004304" y="366674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5.22%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735824" y="366674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 KB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11480" y="4005072"/>
            <a:ext cx="83210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" y="4078224"/>
            <a:ext cx="246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786384" y="407822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426464" y="407822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[16,32]/K3/D16 (Baseline M2)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261104" y="40782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90.80%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946904" y="40782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98.36%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632704" y="40782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91.43%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318504" y="4078224"/>
            <a:ext cx="61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16.73%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004304" y="407822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1.64%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735824" y="4078224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 KB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· MODEL ĐƯỢC CHỌN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V84 — Best Overall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990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+2.30% so với M2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990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039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+0.15% so với M2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990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2039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+2.02% so với M2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7706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−4.42% so với M2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6060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27706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474720" y="34107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−0.15% so với M2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0604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27706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 KB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9360" y="34107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giới hạn ≤500 KB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 · APP · DATABASE ·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các mảng khác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353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/ Phần cứng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PCB 32×40mm hoàn chỉnh (schematic + 2D/3D layout). Đã gửi đi in — dự kiến nhận thứ Hai 26/05.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52360" y="1508760"/>
            <a:ext cx="1143000" cy="256032"/>
          </a:xfrm>
          <a:prstGeom prst="rect">
            <a:avLst/>
          </a:prstGeom>
          <a:solidFill>
            <a:srgbClr val="2D1F0F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5087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/ 26.05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57984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95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2494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52374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phát triển ổn định. Tiến hành test kỹ để phát hiện và fix thêm bugs.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52360" y="2404872"/>
            <a:ext cx="1143000" cy="256032"/>
          </a:xfrm>
          <a:prstGeom prst="rect">
            <a:avLst/>
          </a:prstGeom>
          <a:solidFill>
            <a:srgbClr val="0F1F35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24048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912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1455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1985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xây dựng kiến trúc. Hai tính năng chính: (1) Login → query lịch sử dữ liệu theo user account; (2) Đẩy dữ liệu tồn đọng từ thiết bị biên lên DB theo đúng thứ tự thời gian.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3300984"/>
            <a:ext cx="1143000" cy="256032"/>
          </a:xfrm>
          <a:prstGeom prst="rect">
            <a:avLst/>
          </a:prstGeom>
          <a:solidFill>
            <a:srgbClr val="1A2A0F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30098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8321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87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4041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3159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cơ bản đã hoàn thành. Đang bổ sung edge case đặc biệt: ngã nhiều tư thế, mất kết nối BLE, tín hiệu yếu, mất mạng khi sync DB.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4197096"/>
            <a:ext cx="1143000" cy="256032"/>
          </a:xfrm>
          <a:prstGeom prst="rect">
            <a:avLst/>
          </a:prstGeom>
          <a:solidFill>
            <a:srgbClr val="1A2A0F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19709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19–25/05/2026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làm tuần tới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618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61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64208" y="126187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42048" y="12618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10728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17904"/>
            <a:ext cx="8321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007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1700784"/>
            <a:ext cx="8686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70078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AI/FW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64208" y="159105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V84 lên ESP32-S3, tích hợp toàn bộ sensor driver (BMI160, MAX30102) và logic phát hiện ngã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42048" y="170078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10728" y="170078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176272"/>
            <a:ext cx="83210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591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" y="2359152"/>
            <a:ext cx="8686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359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64208" y="22494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database: đồng bộ lịch sử theo user account, timestamp-ordered sync từ thiết bị biên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42048" y="2359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10728" y="235915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834640"/>
            <a:ext cx="8321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175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" y="3017520"/>
            <a:ext cx="8686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0175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64208" y="29077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BLE và luồng cảnh báo khẩn cấp (SOS countdown, auto-call SIM), kết nối với database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42048" y="30175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10728" y="30175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493008"/>
            <a:ext cx="83210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675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" y="3675888"/>
            <a:ext cx="8686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675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64208" y="3566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và hoàn thiện edge case cho test plan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42048" y="3675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10728" y="36758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4151376"/>
            <a:ext cx="8321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3342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" y="4334256"/>
            <a:ext cx="8686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43342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64208" y="42245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và xác nhận tiến độ nhận hàng từ xưởng in (dự kiến T2/26.05)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42048" y="43342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10728" y="43342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Tuần — Nhóm 16</dc:title>
  <dc:subject>PptxGenJS Presentation</dc:subject>
  <dc:creator>PptxGenJS</dc:creator>
  <cp:lastModifiedBy>PptxGenJS</cp:lastModifiedBy>
  <cp:revision>1</cp:revision>
  <dcterms:created xsi:type="dcterms:W3CDTF">2026-05-16T15:04:34Z</dcterms:created>
  <dcterms:modified xsi:type="dcterms:W3CDTF">2026-05-16T15:04:34Z</dcterms:modified>
</cp:coreProperties>
</file>